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Devin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The World's First Autonomous AI Software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is Devin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Devin is an autonomous AI software engineer developed by Cognition AI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It can independently plan, code, debug, and deploy software projects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Works alongside human engineers as a collaborative team member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Has its own development environment with shell, code editor, and browser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Can learn and adapt to new technologies and codebases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Handles end-to-end software development tasks autonomously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How Devin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Receives tasks through natural language instructions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Plans and breaks down complex tasks into manageable steps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Uses integrated tools: shell, editor, browser, and more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Executes code, runs tests, and iterates on solutions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Creates pull requests and handles code reviews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Communicates progress and asks clarifying questions when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Devin for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8000"/>
                </a:solidFill>
              </a:defRPr>
            </a:pPr>
            <a:r>
              <a:t>Code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Write new features from scratch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Refactor and modernize legacy code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Code migration between frameworks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Bug fixing and debugging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Code review and optimization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Documentation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8000"/>
                </a:solidFill>
              </a:defRPr>
            </a:pPr>
            <a:r>
              <a:t>Productivity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Reduces repetitive coding tasks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Handles boilerplate code generation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Assists with complex algorithms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Supports multiple programming languages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Integrates with existing workflows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24/7 availability for development tasks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Devin for QA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00080"/>
                </a:solidFill>
              </a:defRPr>
            </a:pPr>
            <a:r>
              <a:t>Testing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Write unit tests and integration tests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Create end-to-end test scenarios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Generate test data and fixtures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Implement test automation frameworks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Perform regression testing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Browser-based UI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00080"/>
                </a:solidFill>
              </a:defRPr>
            </a:pPr>
            <a:r>
              <a:t>Quality Assurance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Increases test coverage significantly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Identifies edge cases automatically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Reduces manual testing effort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Consistent test execution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Quick test suite maintenance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Supports TDD and BDD approaches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Devin for API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600"/>
                </a:solidFill>
              </a:defRPr>
            </a:pPr>
            <a:r>
              <a:t>API Testing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Create comprehensive API test suites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Test REST, GraphQL, and SOAP APIs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Validate request/response schemas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Performance and load testing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Authentication testing (OAuth, JWT)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API contract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600"/>
                </a:solidFill>
              </a:defRPr>
            </a:pPr>
            <a:r>
              <a:t>Testing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Generate Postman/Insomnia collections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Write automated API test scripts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Mock API responses for testing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CI/CD pipeline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API documentation validation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Error handling verification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Security &amp; Vulnerability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Security Testing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OWASP Top 10 vulnerability checks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SQL injection detection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Cross-Site Scripting (XSS) testing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Authentication bypass testing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Sensitive data exposure checks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Security header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Vulnerability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Dependency vulnerability scanning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Code security analysis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API security testing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Input validation testing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Session management testing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Security best practices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Benefits of Devin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Increased Productivity: Automates repetitive tasks, freeing developers for complex work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Faster Time-to-Market: Accelerates development cycles with 24/7 availability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Improved Code Quality: Consistent coding standards and comprehensive testing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Cost Efficiency: Reduces development costs while maintaining quality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Knowledge Sharing: Learns from codebases and shares best practices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Seamless Integration: Works with existing tools, workflows, and CI/CD pipelines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Enterprise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Code Migration: Modernize legacy systems to new frameworks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Test Automation: Build comprehensive test suites for existing applications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Bug Fixing: Quickly identify and resolve issues in production code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Documentation: Generate and maintain technical documentation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Code Reviews: Assist with pull request reviews and code quality checks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Prototyping: Rapidly build proof-of-concept applications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Learn more at: docs.devin.ai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